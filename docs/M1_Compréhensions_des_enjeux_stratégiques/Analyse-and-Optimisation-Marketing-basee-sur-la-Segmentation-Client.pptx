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Analyse &amp; Optimisation Marketing basée sur la Segmentation Client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M1 — Fondations Stratégiques · Marketing Analytics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6608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Objectif du Module M1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233360" y="2319933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90013" y="234826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694518" y="2371824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Identifier les enjeux de la personnalisation marketing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94518" y="2680593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Comprendre pourquoi une approche uniforme ne suffit plus dans un marché concurrentiel.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33360" y="3357860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90013" y="338618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694518" y="3409752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Comprendre pourquoi la segmentation client est nécessaire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694518" y="3718520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Poser le constat avant d'aborder les méthodes Data Science dans les modules suivants.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3360" y="4395788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90013" y="442411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694518" y="4447679"/>
            <a:ext cx="583570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Poser les fondations stratégiques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694518" y="4756448"/>
            <a:ext cx="583570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M1 répond à la question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« Pourquoi segmenter ? »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M2 à M6 répondront au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« Comment ? »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2147193"/>
            <a:ext cx="4523766" cy="25635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27181" y="1465560"/>
            <a:ext cx="3609289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Présentation de l'Entreprise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7181" y="2323306"/>
            <a:ext cx="3609289" cy="7049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13510" y="2458839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Secteur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113510" y="2730599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E-commerce de vêtements et accessoires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7181" y="3108027"/>
            <a:ext cx="3609289" cy="7049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13510" y="3243560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Produits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113510" y="3515320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T-shirts, Jeans, Sneakers, Vestes, Chapeaux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7181" y="3892748"/>
            <a:ext cx="3609289" cy="7049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13510" y="4028281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Canaux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113510" y="4300041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Online, In-Store, Social, Email, TV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7181" y="4677470"/>
            <a:ext cx="3609289" cy="70494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13510" y="4813002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Données disponibles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8113510" y="5084763"/>
            <a:ext cx="328743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Clients, Produits, Ventes, Campagnes Marketing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898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 Problème Actuel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766788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 données sont collectées — mais leur potentiel reste inexploité.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69840"/>
            <a:ext cx="4704141" cy="33869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659" y="235069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 connaît les montants, mais on ignore :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309659" y="2769493"/>
            <a:ext cx="5226911" cy="88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 sont les clients à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forte valeur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?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 achète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régulièrement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 ponctuellement ?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Quel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canal préfèrent-ils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pour interagir 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659" y="3824585"/>
            <a:ext cx="5226911" cy="877491"/>
          </a:xfrm>
          <a:prstGeom prst="roundRect">
            <a:avLst>
              <a:gd name="adj" fmla="val 8142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715" y="4055467"/>
            <a:ext cx="212620" cy="1700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62392" y="4004766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Conséquence : des campagnes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identiques pour tous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faible pertinence et budget gaspillé.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6569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Problématique Centrale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516821" y="2852440"/>
            <a:ext cx="601339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Comment l'exploitation des données clients, produits, ventes et marketing peut-elle permettre 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segmenter les clients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afin 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personnaliser les campagnes marketing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d'améliorer leur performance ?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639814"/>
            <a:ext cx="25399" cy="1634927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448736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Cette question structure l'ensemble du projet — de l'analyse stratégique (M1) jusqu'à la modélisation prédictive (M5-M6).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Analyse SWOT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63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 5P du Marketing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83085"/>
            <a:ext cx="5203794" cy="374580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7377" y="1957685"/>
            <a:ext cx="2509179" cy="1744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2582" y="1983085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572582" y="2467372"/>
            <a:ext cx="224397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T-shirt, Jeans, Sneakers, Veste, Chapeau → Quels produits pour quel profil client ?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7391" y="1957685"/>
            <a:ext cx="2509179" cy="1744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92596" y="1983085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9292596" y="2467372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22,50€ à 120€ → Clients sensibles au prix vs clients premium ?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7377" y="4029670"/>
            <a:ext cx="2509179" cy="1744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72582" y="4055070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Place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572582" y="4539357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vs In-Store → Quel canal préféré selon le segment ?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7391" y="4029670"/>
            <a:ext cx="2509179" cy="17447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92596" y="4055070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People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9292596" y="4539357"/>
            <a:ext cx="224397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Âge, Genre, Localisation, Dépenses → Profils clients hétérogènes à distinguer.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363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Parcours Client &amp; Points de Contact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5084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381370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Découverte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758907"/>
            <a:ext cx="1902004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TV, Social → Impressions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504961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Intérêt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427148"/>
            <a:ext cx="1912454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Consultation produit → Clicks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344792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Achat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722329"/>
            <a:ext cx="1902003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→ Conversion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504961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Fidélisation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427148"/>
            <a:ext cx="1902004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Achats répétés → Comportement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145907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Chaque étape génère des données exploitables pour mieux comprendre — et anticiper — le comportement des clients.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2050256"/>
            <a:ext cx="4866161" cy="2757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42163" y="2021681"/>
            <a:ext cx="3594308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Pourquoi Segmenter 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942163" y="2472134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0392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Sans segmentation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42163" y="2771378"/>
            <a:ext cx="359430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 campagne unique envoyée à tous → Pertinence faible, ROI limité, budget dispersé.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42163" y="3223915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Avec segmentation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42163" y="3523159"/>
            <a:ext cx="3594308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Clients 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VIP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offres premium et fidélisation exclusive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Clients 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occasionnels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promotions et réactivation ciblée</a:t>
            </a:r>
            <a:endParaRPr lang="en-US" sz="1000" dirty="0"/>
          </a:p>
          <a:p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Clients 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Online-first</a:t>
            </a:r>
            <a:pPr algn="l" marL="203200" indent="-203200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campagnes digitales et retargeting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942163" y="4231977"/>
            <a:ext cx="3594308" cy="592733"/>
          </a:xfrm>
          <a:prstGeom prst="roundRect">
            <a:avLst>
              <a:gd name="adj" fmla="val 9375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418" y="4375150"/>
            <a:ext cx="165294" cy="1322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71968" y="4348361"/>
            <a:ext cx="303224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Résultat : meilleure conversion, fidélisation renforcée et ROI marketing optimisé.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458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Exemple de Segments &amp; Stratégies Personnalisées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808956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Cinq profils types — cinq leviers d'action distincts pour maximiser la performance.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62671"/>
            <a:ext cx="916461" cy="566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880221"/>
            <a:ext cx="26037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Clients VIP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188990"/>
            <a:ext cx="2603733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Dépenses élevées (600€+)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Offres premium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accès exclusifs, fidélisation haut de gamme.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413" y="2162671"/>
            <a:ext cx="916461" cy="5663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16413" y="2880221"/>
            <a:ext cx="26038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Clients Fidèles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416413" y="3188990"/>
            <a:ext cx="26038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Achats fréquents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Programmes de loyauté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points, avantages récurrents.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450" y="2162671"/>
            <a:ext cx="916461" cy="5663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1450" y="2880221"/>
            <a:ext cx="26037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Clients Occasionnels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171450" y="3188990"/>
            <a:ext cx="2603733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Achats rares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Promotions ciblées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offres de réactivation, rappels personnalisés.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6388" y="2162671"/>
            <a:ext cx="916461" cy="5663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26388" y="2880221"/>
            <a:ext cx="26038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Clients à Risque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926388" y="3188990"/>
            <a:ext cx="2603832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Baisse d'activité détectée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Campagnes de réengagement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offres de retour.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83943"/>
            <a:ext cx="916461" cy="56634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801493"/>
            <a:ext cx="26037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Online-First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1475" y="5110262"/>
            <a:ext cx="2603733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Achats 100% digitaux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Email, Social, retargeting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et recommandations algorithmiques.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2026-09-11T17:51:18Z</dcterms:created>
  <dcterms:modified xsi:type="dcterms:W3CDTF">2026-09-11T17:51:18Z</dcterms:modified>
</cp:coreProperties>
</file>